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d6633ea7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d6633ea7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d6633ea7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d6633ea7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d6633ea7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d6633ea7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d6633ea7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d6633ea7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d6633ea7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d6633ea7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d6633ea7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d6633ea7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d6633ea7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d6633ea7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d6633ea7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d6633ea7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0377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Minería</a:t>
            </a:r>
            <a:r>
              <a:rPr lang="es"/>
              <a:t> de datos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901775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Carlo manzo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Benjamin huentemilla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Zuar sepulveda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1680302" y="2276963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 strike reports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</a:t>
            </a:r>
            <a:r>
              <a:rPr lang="es"/>
              <a:t>roblema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Fuentes de datos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¿Por qué?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Preparación</a:t>
            </a:r>
            <a:r>
              <a:rPr lang="es"/>
              <a:t> de los datos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CSV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Cambios de tipo de dato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Label encoding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Outliers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Datos faltantes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Aplicacion de tecnicas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Clasificación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Regresión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Clustering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Modelos predictivos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u="sng"/>
              <a:t>Clasificación:</a:t>
            </a:r>
            <a:r>
              <a:rPr lang="es"/>
              <a:t> Random Forest Classifier y Regresión Logística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u="sng"/>
              <a:t>Regresión</a:t>
            </a:r>
            <a:r>
              <a:rPr lang="es" u="sng"/>
              <a:t>:</a:t>
            </a:r>
            <a:r>
              <a:rPr lang="es"/>
              <a:t> Random Forest y Gradient Boosting Regressor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u="sng"/>
              <a:t>Clustering:</a:t>
            </a:r>
            <a:r>
              <a:rPr lang="es"/>
              <a:t> K-Means y DB Scan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Descubrimiento de patrones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Power BI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388" y="1948263"/>
            <a:ext cx="2774262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3213" y="1948263"/>
            <a:ext cx="724179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3963" y="1948263"/>
            <a:ext cx="746562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impactan estos patrones?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625" y="1531525"/>
            <a:ext cx="447675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Conclusiones y recomendaciones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Mejorar la toma de datos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Anticipar vuelos de aves para evitar accidentes (</a:t>
            </a:r>
            <a:r>
              <a:rPr lang="es"/>
              <a:t>época</a:t>
            </a:r>
            <a:r>
              <a:rPr lang="es"/>
              <a:t> migratoria)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Implementar modelos de </a:t>
            </a:r>
            <a:r>
              <a:rPr lang="es"/>
              <a:t>predicción</a:t>
            </a:r>
            <a:r>
              <a:rPr lang="es"/>
              <a:t> en la </a:t>
            </a:r>
            <a:r>
              <a:rPr lang="es"/>
              <a:t>organización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Preparación adicional en épocas y áreas críticas.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Referencias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Recursos AVA duoc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Youtube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Reddit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IA´s: chat gpt, geminis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